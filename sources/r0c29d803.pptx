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BC70B-7E88-4600-800C-BEC495FEA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9B0D9-2EE2-4496-A500-857038DF0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F2B5F-43F1-4AF4-9ECD-795ABC74F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4575-9676-45E3-A94F-34887DAAFA74}" type="datetimeFigureOut">
              <a:rPr lang="en-AE" smtClean="0"/>
              <a:t>20/10/2026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A2F65-1440-445F-AF51-E81D5524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76F96-ABD7-4A4D-8BDE-CF2C5BE71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3EBC4-429C-496D-9780-260D6859B7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40824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6E7EE-7EA2-4C36-A607-746C3B01D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D6DC6-FABE-4406-8EF9-8470FCDD8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48702-A095-42C8-89C7-CB7495F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4575-9676-45E3-A94F-34887DAAFA74}" type="datetimeFigureOut">
              <a:rPr lang="en-AE" smtClean="0"/>
              <a:t>20/10/2026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6118A-7434-40F6-A456-99B9B88CE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D8F99-4661-4A3C-9304-D3EA87C12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3EBC4-429C-496D-9780-260D6859B7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4384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3732-E7FF-4BE5-9CC9-23A2D3557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11C7-D35A-42EF-A773-B85E1E208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E95A7-4CE5-45E8-896D-69D96908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4575-9676-45E3-A94F-34887DAAFA74}" type="datetimeFigureOut">
              <a:rPr lang="en-AE" smtClean="0"/>
              <a:t>20/10/2026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4A94A-4BBB-418B-B8F8-E6C436D0E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78089-5E44-4461-8C5F-AA059E7B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3EBC4-429C-496D-9780-260D6859B7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3838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F16CC-4630-49AB-946A-E95F7131F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FEF4-762D-4D4B-ACC6-C2D49479E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82F26-0393-4382-811D-3FC074BA6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A666D-F3F5-4C77-8E26-ACB7EEAF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4575-9676-45E3-A94F-34887DAAFA74}" type="datetimeFigureOut">
              <a:rPr lang="en-AE" smtClean="0"/>
              <a:t>20/10/2026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BEBAA-243C-4905-A6DD-7F6234EC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EA4B5-CFCD-44F8-AE75-687F9D261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3EBC4-429C-496D-9780-260D6859B7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5561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9460-8224-4A43-96AB-406E56FBA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BC6B5-18C8-4316-B14B-8180F1492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9434E-A0FE-4BC6-8D5D-B94FEA7CC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F7DE5-CE32-4160-866E-01F2E6A8B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65AD0D-E6FF-49E9-9F71-A74E8270D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C85A5A-8446-409B-BB23-E19C4677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4575-9676-45E3-A94F-34887DAAFA74}" type="datetimeFigureOut">
              <a:rPr lang="en-AE" smtClean="0"/>
              <a:t>20/10/2026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51767D-61EB-4F60-AF61-5AFA8D216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783B8C-AE3C-4084-A396-A3BBFCE0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3EBC4-429C-496D-9780-260D6859B7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97692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638A-91B7-45BC-B496-CB4FB66F6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E5A16-0822-47A5-B355-233186F1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4575-9676-45E3-A94F-34887DAAFA74}" type="datetimeFigureOut">
              <a:rPr lang="en-AE" smtClean="0"/>
              <a:t>20/10/2026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27040-F360-4724-92D5-23DC78A4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2D5CF-7EA2-4CE3-8A86-D7E62CBB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3EBC4-429C-496D-9780-260D6859B7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68160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2940CE-13C4-4B76-A126-4839707FA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4575-9676-45E3-A94F-34887DAAFA74}" type="datetimeFigureOut">
              <a:rPr lang="en-AE" smtClean="0"/>
              <a:t>20/10/2026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E36D72-CDFE-43CB-A0CA-3B9AEA415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46225-76A8-48C8-81A9-102EC9BC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3EBC4-429C-496D-9780-260D6859B7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86293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CEE8C-5790-49A1-BFEF-50BACAEEA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5E40E-711F-479B-944F-3D05DD271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FDBEF-7560-4EA9-BFC5-CB4F6C885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71906-CEE1-4E63-8425-A1AFC603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4575-9676-45E3-A94F-34887DAAFA74}" type="datetimeFigureOut">
              <a:rPr lang="en-AE" smtClean="0"/>
              <a:t>20/10/2026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A8F44-742B-4F28-9827-C7710879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2CCAE-9A2B-40AA-84CC-ECF69266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3EBC4-429C-496D-9780-260D6859B7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51846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76C0-71DB-4913-B5E0-3B1C44378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2FB3F-C0CD-4FB8-B2A4-2062F7A844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968F2-2539-4738-8286-E75E6A485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BB8E8-4857-46E0-BBE3-B3B8EAB3E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4575-9676-45E3-A94F-34887DAAFA74}" type="datetimeFigureOut">
              <a:rPr lang="en-AE" smtClean="0"/>
              <a:t>20/10/2026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35867-DF4E-4303-B4AE-54FE3419C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F2D33-55E6-4C88-979B-ACD7FE22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3EBC4-429C-496D-9780-260D6859B7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3146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B98D-004D-4985-A6DE-18E9F7BF4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EE8A8-4C0A-4B86-B0F9-96CE2DF65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8010A-7311-42F9-BE97-B31E86AE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4575-9676-45E3-A94F-34887DAAFA74}" type="datetimeFigureOut">
              <a:rPr lang="en-AE" smtClean="0"/>
              <a:t>20/10/2026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69CA8-CADA-408D-9C22-278D2853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64D4C-B24A-4934-ACDE-A1951034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3EBC4-429C-496D-9780-260D6859B7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29892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17AE70-7FFE-455E-86C4-A322A55E5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637CC-7F6D-4005-A98F-0698F5E3B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0819F-557F-4438-8964-5B7056C3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4575-9676-45E3-A94F-34887DAAFA74}" type="datetimeFigureOut">
              <a:rPr lang="en-AE" smtClean="0"/>
              <a:t>20/10/2026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C82A1-0976-4880-9F26-4BAE73DD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70DEC-FED7-461E-BCEB-48D75715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3EBC4-429C-496D-9780-260D6859B7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44261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0483E-5B6D-42C6-A28E-7D8DE951C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E682C-0F66-4AC8-9BAB-1C2F9F7C1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D0E06-D7C6-446B-97FF-B85B88813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94575-9676-45E3-A94F-34887DAAFA74}" type="datetimeFigureOut">
              <a:rPr lang="en-AE" smtClean="0"/>
              <a:t>20/10/2026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F22CF-3B0D-4809-A6F5-074552E8E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380CE-1403-4829-B282-A3A7434BF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3EBC4-429C-496D-9780-260D6859B7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6485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EE57C4-0987-4017-836B-3CE2EB7C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23" y="357051"/>
            <a:ext cx="11669486" cy="634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6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D331C7-AA06-4407-9971-6F9C67A0F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69" y="287384"/>
            <a:ext cx="11512731" cy="639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976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E17153-229F-46C8-8014-C33195D86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06" y="139337"/>
            <a:ext cx="11678194" cy="64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29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A3F67F-0073-4C5E-A4A8-3B3AC286A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89" y="235131"/>
            <a:ext cx="11756571" cy="640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89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EFE15F-A7CB-4408-A0B8-929936A53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0629"/>
            <a:ext cx="11939451" cy="663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85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</cp:revision>
  <dcterms:created xsi:type="dcterms:W3CDTF">2026-10-20T05:33:30Z</dcterms:created>
  <dcterms:modified xsi:type="dcterms:W3CDTF">2026-10-20T05:37:24Z</dcterms:modified>
</cp:coreProperties>
</file>